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66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Mall 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Analysis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goal of this project is to analyze mall customer data to understand customer demographics, income patterns, and spending behavior. </a:t>
            </a:r>
          </a:p>
          <a:p>
            <a:r>
              <a:t>The analysis aims to identify meaningful insights about customer groups and purchasing patterns which can help businesses design targeted marketing strategies and improve customer engagement.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Dataset Features:</a:t>
            </a:r>
          </a:p>
          <a:p>
            <a:r>
              <a:t>• CustomerID – Unique identifier for each customer</a:t>
            </a:r>
          </a:p>
          <a:p>
            <a:r>
              <a:t>• Gender – Gender of the customer</a:t>
            </a:r>
          </a:p>
          <a:p>
            <a:r>
              <a:t>• Age – Age of the customer</a:t>
            </a:r>
          </a:p>
          <a:p>
            <a:r>
              <a:t>• Annual Income (k$) – Customer annual income</a:t>
            </a:r>
          </a:p>
          <a:p>
            <a:r>
              <a:t>• Spending Score (1-100) – Score assigned by the mall based on spending behavior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 Cleaning:</a:t>
            </a:r>
          </a:p>
          <a:p>
            <a:r>
              <a:t>• Checked dataset structure using head(), info(), and describe()</a:t>
            </a:r>
          </a:p>
          <a:p>
            <a:r>
              <a:t>• Handled missing values using statistical imputation (mean and mode)</a:t>
            </a:r>
          </a:p>
          <a:p>
            <a:r>
              <a:t>• Checked for duplicate records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Outlier Analysis:</a:t>
            </a:r>
          </a:p>
          <a:p>
            <a:r>
              <a:t>Outliers were detected using the Interquartile Range (IQR) method and visualized using boxplots </a:t>
            </a:r>
          </a:p>
          <a:p>
            <a:r>
              <a:t>to identify extreme values in Age, Annual Income, and Spending Score.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/>
              <a:t>Exploratory Data Analysis (EDA):</a:t>
            </a:r>
          </a:p>
          <a:p>
            <a:r>
              <a:rPr dirty="0"/>
              <a:t>The following visualizations were used:</a:t>
            </a:r>
          </a:p>
          <a:p>
            <a:r>
              <a:rPr dirty="0"/>
              <a:t>• Gender distribution</a:t>
            </a:r>
          </a:p>
          <a:p>
            <a:r>
              <a:rPr dirty="0"/>
              <a:t>• Age distribution</a:t>
            </a:r>
          </a:p>
          <a:p>
            <a:r>
              <a:rPr dirty="0"/>
              <a:t>• Income vs Spending Score relationship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Filtering &amp;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dirty="0"/>
          </a:p>
          <a:p>
            <a:r>
              <a:rPr dirty="0"/>
              <a:t>Filtering and Sorting Analysis:</a:t>
            </a:r>
          </a:p>
          <a:p>
            <a:r>
              <a:rPr dirty="0"/>
              <a:t>The dataset was filtered and sorted to </a:t>
            </a:r>
            <a:r>
              <a:rPr lang="en-US" dirty="0"/>
              <a:t>understand</a:t>
            </a:r>
            <a:r>
              <a:rPr dirty="0"/>
              <a:t> customer behavior</a:t>
            </a:r>
            <a:r>
              <a:rPr lang="en-US" dirty="0"/>
              <a:t> better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Filtering performed:</a:t>
            </a:r>
          </a:p>
          <a:p>
            <a:r>
              <a:rPr dirty="0"/>
              <a:t>• Male vs Female customer analysis</a:t>
            </a:r>
          </a:p>
          <a:p>
            <a:r>
              <a:rPr dirty="0"/>
              <a:t>• High spending customers (Spending Score &gt; </a:t>
            </a:r>
            <a:r>
              <a:rPr lang="en-US" dirty="0"/>
              <a:t>6</a:t>
            </a:r>
            <a:r>
              <a:rPr dirty="0"/>
              <a:t>0)</a:t>
            </a:r>
          </a:p>
          <a:p>
            <a:r>
              <a:rPr dirty="0"/>
              <a:t>• High</a:t>
            </a:r>
            <a:r>
              <a:rPr lang="en-US" dirty="0"/>
              <a:t>-</a:t>
            </a:r>
            <a:r>
              <a:rPr dirty="0"/>
              <a:t>income customers</a:t>
            </a:r>
          </a:p>
          <a:p>
            <a:r>
              <a:rPr dirty="0"/>
              <a:t>• Premium customers (High income + High spending)</a:t>
            </a:r>
          </a:p>
          <a:p>
            <a:endParaRPr dirty="0"/>
          </a:p>
          <a:p>
            <a:r>
              <a:rPr dirty="0"/>
              <a:t>Sorting performed:</a:t>
            </a:r>
          </a:p>
          <a:p>
            <a:r>
              <a:rPr dirty="0"/>
              <a:t>• Top spending customers sorted by Spending Score</a:t>
            </a:r>
          </a:p>
          <a:p>
            <a:r>
              <a:rPr dirty="0"/>
              <a:t>• Highest income customers sorted by Annual Income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Key Insights:</a:t>
            </a:r>
          </a:p>
          <a:p>
            <a:r>
              <a:t>• The mall attracts both male and female customers.</a:t>
            </a:r>
          </a:p>
          <a:p>
            <a:r>
              <a:t>• Most customers fall in the young to middle‑aged group.</a:t>
            </a:r>
          </a:p>
          <a:p>
            <a:r>
              <a:t>• Income levels vary widely among customers.</a:t>
            </a:r>
          </a:p>
          <a:p>
            <a:r>
              <a:t>• Spending behavior differs significantly across customers.</a:t>
            </a:r>
          </a:p>
          <a:p>
            <a:r>
              <a:t>• Premium customers (high income &amp; high spending) represent the most valuable segment.</a:t>
            </a:r>
          </a:p>
          <a:p>
            <a:r>
              <a:t>• Some of the highest‑income customers spend very little, showing that income does not always translate into spending.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Conclusion:</a:t>
            </a:r>
          </a:p>
          <a:p>
            <a:r>
              <a:t>The analysis revealed different customer behaviors and spending patterns. </a:t>
            </a:r>
          </a:p>
          <a:p>
            <a:r>
              <a:t>These insights help businesses better understand their customers and design targeted marketing strategies to increase engagement and revenue.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393</Words>
  <Application>Microsoft Office PowerPoint</Application>
  <PresentationFormat>On-screen Show (4:3)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Mall Customer Segmentation</vt:lpstr>
      <vt:lpstr>Project Objective</vt:lpstr>
      <vt:lpstr>Dataset Description</vt:lpstr>
      <vt:lpstr>Data Cleaning</vt:lpstr>
      <vt:lpstr>Outlier Analysis</vt:lpstr>
      <vt:lpstr>Exploratory Data Analysis</vt:lpstr>
      <vt:lpstr>Filtering &amp; Sorting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SAHITH KOLIPAKA</cp:lastModifiedBy>
  <cp:revision>2</cp:revision>
  <dcterms:created xsi:type="dcterms:W3CDTF">2013-01-27T09:14:16Z</dcterms:created>
  <dcterms:modified xsi:type="dcterms:W3CDTF">2026-04-05T07:19:40Z</dcterms:modified>
  <cp:category/>
</cp:coreProperties>
</file>